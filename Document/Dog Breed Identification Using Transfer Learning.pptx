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dog-breed-classification-dl-model" ContentType="image/dog-breed-classification-dl-mode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https://techvidvan.com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https://user-images.githubusercontent.com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https://i.ytimg.com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https://www.mi-research.net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https://www.mi-research.net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https://techvidvan.com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https://dogidentifier.app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https://www.mi-research.net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lidemake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dog-breed-classification-dl-mode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dog-breed-classification-dl-mode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Dog Breed Identification Using Transfer Learning</a:t>
            </a:r>
            <a:endParaRPr lang="en-US" sz="30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73152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0" u="sng" dirty="0">
                <a:solidFill>
                  <a:srgbClr val="357EC7"/>
                </a:solidFill>
                <a:latin typeface="Optima" pitchFamily="34" charset="0"/>
                <a:ea typeface="Optima" pitchFamily="34" charset="-122"/>
                <a:cs typeface="Opti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SlideMake.com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techvidvan.com/tutorials/wp-content/uploads/2021/08/dog-breed-identification-deep-learning-projec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Dog Breed Identification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Dog breed identification involves classifying images of dogs into specific breeds.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Accurate identification helps in pet management, health monitoring, and breed-specific care.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Transfer learning has emerged as a powerful technique to enhance breed classification accuracy.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user-images.githubusercontent.com/67990422/106853685-1b338200-66e0-11eb-8e1d-0306eb7395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Challenges in Dog Breed Identification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Variability in images due to different angles, lighting, and backgrounds complicates identification.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Many breeds have similar physical features, making differentiation difficult.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Collecting and annotating large datasets for training models is time-consuming and costly.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7978e9758a01422f474c3bfad8fa7e4a802183345b6f7351f8a074d111a7e57e/BamboTims/Dog-Breed-Classification-DL-Mod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What is Transfer Learning?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Transfer learning leverages pre-trained models on large datasets for new, related tasks.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involves fine-tuning a model trained on one dataset to work on a different but similar problem.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approach reduces training time and improves performance, especially with limited data.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.ytimg.com/vi/hwTjMtxECA4/maxresdefaul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Popular Pre-trained Models for Transfer Learning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Convolutional Neural Networks (CNNs) like VGG, ResNet, and Inception are commonly used.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These models are trained on ImageNet, which contains millions of labeled images across thousands of categories.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Using these models as feature extractors allows for effective dog breed classification.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mi-research.net/fileIJAC/journal/article/ijac/2021/1/IJAC-2020-06-133-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Methodology Overview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Collect a labeled dataset of dog images across various breeds for training and testing.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Choose a suitable pre-trained model and adapt it by replacing or adding classification layers.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Fine-tune the model on the dog dataset to optimize breed recognition accuracy.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mi-research.net/fileIJAC/journal/article/ijac/2021/1/IJAC-2020-06-133-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 Preparation and Augmentation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Organize images into breed-specific folders for structured training.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Apply augmentation techniques like rotation, flipping, and scaling to increase data diversity.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Normalize images to match the input requirements of the pre-trained model.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7978e9758a01422f474c3bfad8fa7e4a802183345b6f7351f8a074d111a7e57e/BamboTims/Dog-Breed-Classification-DL-Mod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Model Training and Evaluation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Use transfer learning to train the model with a fraction of the original training time.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Evaluate the model’s performance using metrics like accuracy, precision, and recall.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Implement validation techniques to prevent overfitting and ensure robustness.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techvidvan.com/tutorials/wp-content/uploads/sites/2/2021/08/dog-breed-classifica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Results and Performance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Transfer learning significantly improves breed classification accuracy compared to training from scratch.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Fine-tuned models can achieve over 90% accuracy on well-curated datasets.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Visualizations like confusion matrices help identify breeds that are often misclassified.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dogidentifier.app/onboardin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Applications and Future Directions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Automated dog breed identification aids pet owners, shelters, and veterinary services.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Integrating models into mobile apps enables real-time breed recognition.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Future work includes expanding datasets, improving model explainability, and handling mixed breed identification.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mi-research.net/fileIJAC/journal/article/ijac/2021/1/IJAC-2020-06-133-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Transfer learning provides an efficient and effective approach for dog breed classification.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combination of pre-trained models and data augmentation enhances performance.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Ongoing research aims to improve model accuracy and applicability in real-world scenarios.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Dog Breed Identification Using Transfer Learning</dc:title>
  <dc:subject>Dog Breed Identification Using Transfer Learning</dc:subject>
  <dc:creator>SlideMake.com</dc:creator>
  <cp:lastModifiedBy>SlideMake.com</cp:lastModifiedBy>
  <cp:revision>1</cp:revision>
  <dcterms:created xsi:type="dcterms:W3CDTF">2026-02-16T05:42:57Z</dcterms:created>
  <dcterms:modified xsi:type="dcterms:W3CDTF">2026-02-16T05:42:57Z</dcterms:modified>
</cp:coreProperties>
</file>